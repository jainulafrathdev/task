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4623E-5FC4-403F-90FC-D3F2B5E3DBC7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E5DE4F-52F5-4173-800C-F502A543D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314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E5DE4F-52F5-4173-800C-F502A543D90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411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149DB-0762-7D66-7381-ABF403BA87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1A667-3D4D-C41D-F7CC-D54003040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033B9-086A-1AA4-E802-7F4D3F2A6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1082F-E447-43B0-83ED-7F4A645263BB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138CA-44CA-FCD0-6E29-AB4E2873E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FD21C-07BC-9EF2-6047-578FA0CE0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E74-7F53-4739-B6CB-DB22F78D7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206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3B2F2-055B-C809-4043-5714DE6FF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30017-4F7D-4373-EA3D-522CE0739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29BBB-2E5E-4B7B-4478-B407459D0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1082F-E447-43B0-83ED-7F4A645263BB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191F0-5D1F-0A17-E36D-0227AF007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94360-471D-5CA8-6B42-8A4D3E70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E74-7F53-4739-B6CB-DB22F78D7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694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106D9-475D-64B9-61DE-1D132C4C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87D44-E6F4-E648-AE9C-6401E1458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B6502-FC1A-1FB0-72A3-2D53BA779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1082F-E447-43B0-83ED-7F4A645263BB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B67B2-0B0A-9AA7-78B8-66301742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164C9-A14E-DF59-549C-FCD89541B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E74-7F53-4739-B6CB-DB22F78D7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089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DECD5-8382-3830-B8D1-7986939C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0F3D5-DEF8-CD93-CD9D-0B2F3309DC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E0D589-4342-E461-FCB7-21172E1DE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A26B2-4A7E-E670-9BDF-273FCEE9D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1082F-E447-43B0-83ED-7F4A645263BB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D8B7E-84FA-8956-B6EE-E614E6D2D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60E93-B8AA-3462-013D-52B1DD3B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E74-7F53-4739-B6CB-DB22F78D7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357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331E-9365-7DCF-2BFE-B3AB40C04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998CD-E99B-9DD7-E48A-0EB97414E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57F947-9A7E-B33D-FE20-60BB3378E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C7035D-9EF5-42C4-6FCD-E1D6DAEF8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04CCE-EA7B-7C0C-CFCD-CFB2B83028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D72453-3944-FBAB-B7BB-0F8772F46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1082F-E447-43B0-83ED-7F4A645263BB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CB7CAC-471C-1B78-3588-461B136A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2091E2-720A-1160-0312-CAA2C9511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E74-7F53-4739-B6CB-DB22F78D7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99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C496-786A-41BF-39CB-B07263270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3C7660-4700-D0BE-BE36-C4987168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1082F-E447-43B0-83ED-7F4A645263BB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C00C99-C44A-CA60-B01B-C2332C562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F17A29-B5EA-975F-3BD3-709333046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E74-7F53-4739-B6CB-DB22F78D7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751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E124E-93F8-0EBB-36EE-6F50C6938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1082F-E447-43B0-83ED-7F4A645263BB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437659-CE71-B3E1-6AA5-C192F0400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DF344-748F-A240-17E8-E3D442996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E74-7F53-4739-B6CB-DB22F78D7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922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3A3AF-DE6D-298C-8384-838EB97A9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96146-41C3-AEFF-FD30-B27C8F433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EABE9-106E-ECDD-5CE5-A537D1316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DEBD6-5BA0-5342-0079-8EF253C71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1082F-E447-43B0-83ED-7F4A645263BB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29B00-9606-A1DE-A72C-95CEF4184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EBD35-3E37-11AC-0AE7-D33999815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E74-7F53-4739-B6CB-DB22F78D7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935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74771-FE5C-6B98-E772-10A9388E9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76DB88-5278-0501-06C8-C0CBFCE84C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0C3478-F9FD-AF17-DCE6-C6D23FC2F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8D3378-D598-AEA2-18F4-15660593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1082F-E447-43B0-83ED-7F4A645263BB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1571D-EA31-D650-8AFF-96B99DA4D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9B7BA-59E7-D0BA-A421-AA450D267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E74-7F53-4739-B6CB-DB22F78D7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182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044DD-B4F2-8FA0-DF23-A2890C788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8586E1-2C37-9320-375B-86D2296F2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1A3CA-976E-D1F7-A209-29880079F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1082F-E447-43B0-83ED-7F4A645263BB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96659-B42B-B0FE-9EA3-17792B9BA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AFA62-94E0-0E5F-FF0F-3226D21BA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E74-7F53-4739-B6CB-DB22F78D7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125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76631F-4CA5-3365-C1A1-8469F3FD58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CA2B9-ED46-11ED-D0B2-2DDA36268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5D772-48D6-6489-1402-F24A88807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1082F-E447-43B0-83ED-7F4A645263BB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F9B1B-5244-B69F-7B07-67176889F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869FB-45B3-0321-2678-8409D0BD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E74-7F53-4739-B6CB-DB22F78D7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701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EA8533-E417-A380-17B3-7782E21AC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D81DD-4BE4-46C1-26D0-5A5305A4D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D72EF-4191-AE0A-E08A-33F0C5BF6C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1082F-E447-43B0-83ED-7F4A645263BB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9500C-666B-2877-F57E-6C69481D2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2FE62-9B7E-C107-52A4-45F609159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FA5E74-7F53-4739-B6CB-DB22F78D7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930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A76138-4070-DA1E-F550-79C23C71C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429" y="1700368"/>
            <a:ext cx="2332796" cy="1399672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87DDA73A-2DD2-9811-1719-FA299AA87867}"/>
              </a:ext>
            </a:extLst>
          </p:cNvPr>
          <p:cNvSpPr txBox="1">
            <a:spLocks/>
          </p:cNvSpPr>
          <p:nvPr/>
        </p:nvSpPr>
        <p:spPr>
          <a:xfrm>
            <a:off x="1524000" y="3875049"/>
            <a:ext cx="9144000" cy="914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/>
              <a:t>How to create AWS free tier account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78585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8EF7D2-2DB8-0B09-C0E5-F33AB1BC72BD}"/>
              </a:ext>
            </a:extLst>
          </p:cNvPr>
          <p:cNvSpPr txBox="1"/>
          <p:nvPr/>
        </p:nvSpPr>
        <p:spPr>
          <a:xfrm>
            <a:off x="1739589" y="591014"/>
            <a:ext cx="7471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Search  “</a:t>
            </a:r>
            <a:r>
              <a:rPr lang="en-US" b="1" dirty="0"/>
              <a:t>AWS FREE TIER ACCOUNT</a:t>
            </a:r>
            <a:r>
              <a:rPr lang="en-US" dirty="0"/>
              <a:t>” in GOOGLE</a:t>
            </a:r>
          </a:p>
          <a:p>
            <a:pPr marL="342900" indent="-342900">
              <a:buAutoNum type="arabicPeriod"/>
            </a:pPr>
            <a:r>
              <a:rPr lang="en-US" dirty="0"/>
              <a:t>Click the first link that redirect to the </a:t>
            </a:r>
            <a:r>
              <a:rPr lang="en-US" b="1" dirty="0"/>
              <a:t>AWS official Website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856C95-7DFB-300E-3C2B-6F74D6072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252" y="1393462"/>
            <a:ext cx="7348654" cy="4048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ECE0FE-3CE2-5BDC-2102-281D9ED0E297}"/>
              </a:ext>
            </a:extLst>
          </p:cNvPr>
          <p:cNvSpPr txBox="1"/>
          <p:nvPr/>
        </p:nvSpPr>
        <p:spPr>
          <a:xfrm>
            <a:off x="1739589" y="5620655"/>
            <a:ext cx="6668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3.Once you land in the above page </a:t>
            </a:r>
            <a:r>
              <a:rPr lang="en-US" b="1" i="1" dirty="0"/>
              <a:t>click</a:t>
            </a:r>
            <a:r>
              <a:rPr lang="en-US" dirty="0"/>
              <a:t> ”</a:t>
            </a:r>
            <a:r>
              <a:rPr lang="en-US" b="1" dirty="0"/>
              <a:t>create free account</a:t>
            </a:r>
            <a:r>
              <a:rPr lang="en-US" dirty="0"/>
              <a:t>”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1DB3EF-0185-E817-80BA-DE5033D62AA5}"/>
              </a:ext>
            </a:extLst>
          </p:cNvPr>
          <p:cNvSpPr txBox="1"/>
          <p:nvPr/>
        </p:nvSpPr>
        <p:spPr>
          <a:xfrm>
            <a:off x="1709855" y="67794"/>
            <a:ext cx="2542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/>
              <a:t>STEPS</a:t>
            </a:r>
            <a:endParaRPr lang="en-IN" sz="2800" b="1" i="1" dirty="0"/>
          </a:p>
        </p:txBody>
      </p:sp>
    </p:spTree>
    <p:extLst>
      <p:ext uri="{BB962C8B-B14F-4D97-AF65-F5344CB8AC3E}">
        <p14:creationId xmlns:p14="http://schemas.microsoft.com/office/powerpoint/2010/main" val="3137251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999CB4-B48D-80BF-77AC-3F69836EE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9" y="324324"/>
            <a:ext cx="5988205" cy="28458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C4A260-9602-FEC1-C6B7-7292A398738A}"/>
              </a:ext>
            </a:extLst>
          </p:cNvPr>
          <p:cNvSpPr txBox="1"/>
          <p:nvPr/>
        </p:nvSpPr>
        <p:spPr>
          <a:xfrm>
            <a:off x="2285998" y="3687798"/>
            <a:ext cx="81403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4.You will land in above page</a:t>
            </a:r>
          </a:p>
          <a:p>
            <a:endParaRPr lang="en-US" dirty="0"/>
          </a:p>
          <a:p>
            <a:r>
              <a:rPr lang="en-US" dirty="0"/>
              <a:t>5.After that give </a:t>
            </a:r>
            <a:r>
              <a:rPr lang="en-US" b="1" dirty="0"/>
              <a:t>ROOT EMAIL ADDRESS </a:t>
            </a:r>
            <a:r>
              <a:rPr lang="en-US" dirty="0"/>
              <a:t>and</a:t>
            </a:r>
            <a:r>
              <a:rPr lang="en-US" b="1" dirty="0"/>
              <a:t> AWS ACCOUNT NAME</a:t>
            </a:r>
          </a:p>
          <a:p>
            <a:endParaRPr lang="en-US" b="1" dirty="0"/>
          </a:p>
          <a:p>
            <a:r>
              <a:rPr lang="en-US" dirty="0"/>
              <a:t>6.Click “</a:t>
            </a:r>
            <a:r>
              <a:rPr lang="en-US" b="1" dirty="0"/>
              <a:t>VERIFY EMAIL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7. You will receive the verification email from </a:t>
            </a:r>
            <a:r>
              <a:rPr lang="en-US" b="1" dirty="0" err="1"/>
              <a:t>aws</a:t>
            </a:r>
            <a:r>
              <a:rPr lang="en-US" dirty="0"/>
              <a:t> and put the verification code </a:t>
            </a:r>
          </a:p>
          <a:p>
            <a:endParaRPr lang="en-US" dirty="0"/>
          </a:p>
          <a:p>
            <a:r>
              <a:rPr lang="en-US" dirty="0"/>
              <a:t>8.Click “</a:t>
            </a:r>
            <a:r>
              <a:rPr lang="en-US" b="1" dirty="0"/>
              <a:t>verify</a:t>
            </a:r>
            <a:r>
              <a:rPr lang="en-US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2100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D80FD3-AF99-E30A-5A97-8003F000AFB0}"/>
              </a:ext>
            </a:extLst>
          </p:cNvPr>
          <p:cNvSpPr txBox="1"/>
          <p:nvPr/>
        </p:nvSpPr>
        <p:spPr>
          <a:xfrm>
            <a:off x="308517" y="335845"/>
            <a:ext cx="1157496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9.You will be asked to enter </a:t>
            </a:r>
            <a:r>
              <a:rPr lang="en-US" b="1" dirty="0"/>
              <a:t>ROOT PASSWORD</a:t>
            </a:r>
          </a:p>
          <a:p>
            <a:endParaRPr lang="en-US" b="1" dirty="0"/>
          </a:p>
          <a:p>
            <a:r>
              <a:rPr lang="en-US" dirty="0"/>
              <a:t>10.After that you will asked to fill </a:t>
            </a:r>
            <a:r>
              <a:rPr lang="en-US" b="1" dirty="0"/>
              <a:t>contact</a:t>
            </a:r>
            <a:r>
              <a:rPr lang="en-US" dirty="0"/>
              <a:t> </a:t>
            </a:r>
            <a:r>
              <a:rPr lang="en-US" b="1" dirty="0"/>
              <a:t>information</a:t>
            </a:r>
            <a:r>
              <a:rPr lang="en-US" dirty="0"/>
              <a:t>. Once completed click </a:t>
            </a:r>
            <a:r>
              <a:rPr lang="en-US" b="1" dirty="0"/>
              <a:t>continue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                                 IMPORTANT POINT TO BE CONSIDER BEFORE NEXT STEP</a:t>
            </a:r>
          </a:p>
          <a:p>
            <a:r>
              <a:rPr lang="en-US" dirty="0"/>
              <a:t>   </a:t>
            </a:r>
          </a:p>
          <a:p>
            <a:r>
              <a:rPr lang="en-US" dirty="0"/>
              <a:t>             checkout their </a:t>
            </a:r>
            <a:r>
              <a:rPr lang="en-US" b="1" dirty="0"/>
              <a:t>free</a:t>
            </a:r>
            <a:r>
              <a:rPr lang="en-US" dirty="0"/>
              <a:t> </a:t>
            </a:r>
            <a:r>
              <a:rPr lang="en-US" b="1" dirty="0"/>
              <a:t>tier</a:t>
            </a:r>
            <a:r>
              <a:rPr lang="en-US" dirty="0"/>
              <a:t> </a:t>
            </a:r>
            <a:r>
              <a:rPr lang="en-US" b="1" dirty="0"/>
              <a:t>billing</a:t>
            </a:r>
            <a:r>
              <a:rPr lang="en-US" dirty="0"/>
              <a:t> </a:t>
            </a:r>
            <a:r>
              <a:rPr lang="en-US" b="1" dirty="0"/>
              <a:t>policy</a:t>
            </a:r>
            <a:r>
              <a:rPr lang="en-US" dirty="0"/>
              <a:t> and more about how </a:t>
            </a:r>
            <a:r>
              <a:rPr lang="en-US" b="1" dirty="0"/>
              <a:t>AWS</a:t>
            </a:r>
            <a:r>
              <a:rPr lang="en-US" dirty="0"/>
              <a:t> </a:t>
            </a:r>
            <a:r>
              <a:rPr lang="en-US" b="1" dirty="0"/>
              <a:t>BILLING</a:t>
            </a:r>
            <a:r>
              <a:rPr lang="en-US" dirty="0"/>
              <a:t> </a:t>
            </a:r>
            <a:r>
              <a:rPr lang="en-US" b="1" dirty="0"/>
              <a:t>WORKS</a:t>
            </a:r>
          </a:p>
          <a:p>
            <a:endParaRPr lang="en-US" dirty="0"/>
          </a:p>
          <a:p>
            <a:r>
              <a:rPr lang="en-US" dirty="0"/>
              <a:t>11.The </a:t>
            </a:r>
            <a:r>
              <a:rPr lang="en-US" b="1" dirty="0"/>
              <a:t>billing</a:t>
            </a:r>
            <a:r>
              <a:rPr lang="en-US" dirty="0"/>
              <a:t> </a:t>
            </a:r>
            <a:r>
              <a:rPr lang="en-US" b="1" dirty="0"/>
              <a:t>information</a:t>
            </a:r>
            <a:r>
              <a:rPr lang="en-US" dirty="0"/>
              <a:t> will land in your screen, Give details about </a:t>
            </a:r>
            <a:r>
              <a:rPr lang="en-US" b="1" dirty="0"/>
              <a:t>card</a:t>
            </a:r>
            <a:r>
              <a:rPr lang="en-US" dirty="0"/>
              <a:t> and click </a:t>
            </a:r>
            <a:r>
              <a:rPr lang="en-US" b="1" dirty="0"/>
              <a:t>continue</a:t>
            </a:r>
          </a:p>
          <a:p>
            <a:endParaRPr lang="en-US" dirty="0"/>
          </a:p>
          <a:p>
            <a:r>
              <a:rPr lang="en-US" dirty="0"/>
              <a:t>12.You will get the SMS code in your registered </a:t>
            </a:r>
            <a:r>
              <a:rPr lang="en-US" b="1" dirty="0"/>
              <a:t>mobile</a:t>
            </a:r>
            <a:r>
              <a:rPr lang="en-US" dirty="0"/>
              <a:t> </a:t>
            </a:r>
            <a:r>
              <a:rPr lang="en-US" b="1" dirty="0"/>
              <a:t>number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13.Enter and click </a:t>
            </a:r>
            <a:r>
              <a:rPr lang="en-US" b="1" dirty="0"/>
              <a:t>continue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14.You will redirect to </a:t>
            </a:r>
            <a:r>
              <a:rPr lang="en-US" b="1" dirty="0"/>
              <a:t>SELECT</a:t>
            </a:r>
            <a:r>
              <a:rPr lang="en-US" dirty="0"/>
              <a:t> </a:t>
            </a:r>
            <a:r>
              <a:rPr lang="en-US" b="1" dirty="0"/>
              <a:t>A</a:t>
            </a:r>
            <a:r>
              <a:rPr lang="en-US" dirty="0"/>
              <a:t> </a:t>
            </a:r>
            <a:r>
              <a:rPr lang="en-US" b="1" dirty="0"/>
              <a:t>SUPPORT</a:t>
            </a:r>
            <a:r>
              <a:rPr lang="en-US" dirty="0"/>
              <a:t> </a:t>
            </a:r>
            <a:r>
              <a:rPr lang="en-US" b="1" dirty="0"/>
              <a:t>PLAN</a:t>
            </a:r>
            <a:r>
              <a:rPr lang="en-US" dirty="0"/>
              <a:t> page</a:t>
            </a:r>
          </a:p>
          <a:p>
            <a:endParaRPr lang="en-US" dirty="0"/>
          </a:p>
          <a:p>
            <a:r>
              <a:rPr lang="en-US" dirty="0"/>
              <a:t>15.Select “</a:t>
            </a:r>
            <a:r>
              <a:rPr lang="en-US" b="1" dirty="0"/>
              <a:t>BASIC</a:t>
            </a:r>
            <a:r>
              <a:rPr lang="en-US" dirty="0"/>
              <a:t>  </a:t>
            </a:r>
            <a:r>
              <a:rPr lang="en-US" b="1" dirty="0"/>
              <a:t>SUPPORT-</a:t>
            </a:r>
            <a:r>
              <a:rPr lang="en-US" dirty="0"/>
              <a:t> </a:t>
            </a:r>
            <a:r>
              <a:rPr lang="en-US" b="1" dirty="0"/>
              <a:t>FREE</a:t>
            </a:r>
            <a:r>
              <a:rPr lang="en-US" dirty="0"/>
              <a:t>” and click complete </a:t>
            </a:r>
            <a:r>
              <a:rPr lang="en-US" b="1" dirty="0"/>
              <a:t>signup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16. Now you will receiver the </a:t>
            </a:r>
            <a:r>
              <a:rPr lang="en-US" b="1" dirty="0"/>
              <a:t>AWS</a:t>
            </a:r>
            <a:r>
              <a:rPr lang="en-US" dirty="0"/>
              <a:t> </a:t>
            </a:r>
            <a:r>
              <a:rPr lang="en-US" b="1" dirty="0"/>
              <a:t>READY</a:t>
            </a:r>
            <a:r>
              <a:rPr lang="en-US" dirty="0"/>
              <a:t> </a:t>
            </a:r>
            <a:r>
              <a:rPr lang="en-US" b="1" dirty="0"/>
              <a:t>TO</a:t>
            </a:r>
            <a:r>
              <a:rPr lang="en-US" dirty="0"/>
              <a:t> </a:t>
            </a:r>
            <a:r>
              <a:rPr lang="en-US" b="1" dirty="0"/>
              <a:t>USE</a:t>
            </a:r>
            <a:r>
              <a:rPr lang="en-US" dirty="0"/>
              <a:t> email once you have received , yeah Done 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   </a:t>
            </a:r>
            <a:r>
              <a:rPr lang="en-US" b="1" dirty="0"/>
              <a:t>AWS</a:t>
            </a:r>
            <a:r>
              <a:rPr lang="en-US" dirty="0"/>
              <a:t> </a:t>
            </a:r>
            <a:r>
              <a:rPr lang="en-US" b="1" dirty="0"/>
              <a:t>FREE</a:t>
            </a:r>
            <a:r>
              <a:rPr lang="en-US" dirty="0"/>
              <a:t> </a:t>
            </a:r>
            <a:r>
              <a:rPr lang="en-US" b="1" dirty="0"/>
              <a:t>TIER</a:t>
            </a:r>
            <a:r>
              <a:rPr lang="en-US" dirty="0"/>
              <a:t> </a:t>
            </a:r>
            <a:r>
              <a:rPr lang="en-US" b="1" dirty="0"/>
              <a:t>ACCOUNT</a:t>
            </a:r>
            <a:r>
              <a:rPr lang="en-US" dirty="0"/>
              <a:t> is created </a:t>
            </a:r>
            <a:r>
              <a:rPr lang="en-US" b="1" dirty="0"/>
              <a:t>successfully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FF3D6EE9-EE4A-CA8F-A25F-2C58FD274574}"/>
              </a:ext>
            </a:extLst>
          </p:cNvPr>
          <p:cNvSpPr/>
          <p:nvPr/>
        </p:nvSpPr>
        <p:spPr>
          <a:xfrm>
            <a:off x="1544444" y="1583714"/>
            <a:ext cx="546409" cy="457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292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234</Words>
  <Application>Microsoft Office PowerPoint</Application>
  <PresentationFormat>Widescreen</PresentationFormat>
  <Paragraphs>37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Jainul Afrath</dc:creator>
  <cp:lastModifiedBy>Jainul Afrath</cp:lastModifiedBy>
  <cp:revision>3</cp:revision>
  <dcterms:created xsi:type="dcterms:W3CDTF">2024-10-25T11:12:13Z</dcterms:created>
  <dcterms:modified xsi:type="dcterms:W3CDTF">2024-10-25T11:39:31Z</dcterms:modified>
</cp:coreProperties>
</file>